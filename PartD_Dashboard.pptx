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C45551-69E5-4E57-84FB-20C96BBA5A5A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5BDCB-0713-45CF-962E-23DC715CC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35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BF425-AF4B-5192-1FC7-5F76DAB1A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EE98A-7052-EE37-7E74-D5290BBA4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78B9B-4439-BE7A-1799-8A131583F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1311-D0AC-4F00-9B13-0A0875317D7D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C61BF-18F1-883F-9ADA-AA2C113B7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917B1-2E87-954C-09FA-18C209C35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CA32-3F3D-4C5E-9CBE-80EF58F8C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126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6DFE-99EF-5270-1931-F4CC4A4D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01295-F88B-00B5-5039-9F2258318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CB636-13CA-F9B9-D0ED-A48B583D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1311-D0AC-4F00-9B13-0A0875317D7D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EF71A-7D1A-50FA-7154-BB2E7FCC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75382-F94E-B671-7619-2EC8E154A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CA32-3F3D-4C5E-9CBE-80EF58F8C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205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4563-0BCE-A928-48BA-12437C12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D701F-BFB0-C63F-9141-DF7A4D2AF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1FC58-2072-1285-5B69-9DEF27E05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1311-D0AC-4F00-9B13-0A0875317D7D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36BF1-C54D-055C-A300-1B953A520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2E645-9C19-1BA5-9F10-2D0F5E437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CA32-3F3D-4C5E-9CBE-80EF58F8C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67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21966-DF01-2445-F1DA-0A4BB7AFB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EE52F-AF05-7C78-A032-A3EBAC809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81F44-338B-9D6E-BF30-020168E6F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0E345-484A-E847-8152-FD71CC332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1311-D0AC-4F00-9B13-0A0875317D7D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C7AB9-ED20-1AC5-152D-23FF71091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0C6D4-115C-12C1-F40B-F466D04DD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CA32-3F3D-4C5E-9CBE-80EF58F8C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40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343A3-C911-AF06-607D-B2461311D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D01C0-F576-CA71-9606-B729C2FD6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3E0EF-336E-35B1-E897-A88F8059A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CF7434-0EC5-44C6-193E-C645CAB34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1F89A3-E5E7-2D67-5F67-CBEB5D7CE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E9112-12BA-E2F8-6652-49768EDA8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1311-D0AC-4F00-9B13-0A0875317D7D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AC92CC-2012-7FF4-F0A5-764926ACF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D9216B-8BFD-6513-5EF3-DA0F415CD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CA32-3F3D-4C5E-9CBE-80EF58F8C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9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AC1D2-1FE2-7CA4-9137-3F3A3AEC0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29EDC-EEF9-1D4C-3627-F5FE5CB92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1311-D0AC-4F00-9B13-0A0875317D7D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DB009B-F725-291F-1CF3-C6BB5BDBF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680700-E3CE-DD2D-9E9E-F056E9E0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CA32-3F3D-4C5E-9CBE-80EF58F8C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40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6E324-F8F9-4292-E3DB-6C07A701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1311-D0AC-4F00-9B13-0A0875317D7D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7811B-F4C4-A010-B949-6A4C4463B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D5CA5-042C-D901-F7E4-38FC8436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CA32-3F3D-4C5E-9CBE-80EF58F8C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92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B2B58-251F-685C-1874-7DB3440C4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1F99C-4C25-00E3-375A-1A9A57125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BD74E-A955-0792-3EDB-0FCAA0DDE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3CF60-9150-DC2D-179A-D0CEB1ED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1311-D0AC-4F00-9B13-0A0875317D7D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0BE65-A452-EB74-335C-9F7388534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D42F3-6E26-4F58-CB30-8CDB198D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CA32-3F3D-4C5E-9CBE-80EF58F8C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37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E1BBC-15B3-A7BB-D211-81165E6BC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6DD7FB-DA0E-F43F-CBD7-58CE66BCA7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FDF2BB-517F-CCA7-CB3E-3D7D083DD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6F46B-A546-5154-CD53-570A7BE28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1311-D0AC-4F00-9B13-0A0875317D7D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A9A1A-79EB-0A62-F6CB-6DA5B1DC3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BCCF1-B776-988C-4785-E4629595C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CA32-3F3D-4C5E-9CBE-80EF58F8C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64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6C79-529D-6DBB-5334-DB97A35B5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D597E8-9ED5-2FF2-32C4-1EFFDF105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837FE-0DEB-3EC8-FD90-B6805A39E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1311-D0AC-4F00-9B13-0A0875317D7D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232AD-B3A2-2C51-052B-883FC39A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98E43-69F4-394B-5DED-65C3E4040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CA32-3F3D-4C5E-9CBE-80EF58F8C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43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D3965-4346-5DCA-2A3E-52801A1E36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5129EB-B9C8-47FD-2E06-462DF4F22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8FC48-DADB-18F6-8A96-71B449D5C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1311-D0AC-4F00-9B13-0A0875317D7D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68B0D-0442-032B-35F4-CBB259685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96D3F-4B71-9A72-4354-66CEF233A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CA32-3F3D-4C5E-9CBE-80EF58F8C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8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7809F9-D43A-D858-3461-5AE28CE7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BE58F-34FC-E547-79F7-5185F1955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A8B12-5CE9-DC9D-A9CB-8088B1C8DF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41311-D0AC-4F00-9B13-0A0875317D7D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A6FC0-A083-7DD9-773C-0515BCCBF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4522D-F479-9FE9-4DAC-DD688B792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9ACA32-3F3D-4C5E-9CBE-80EF58F8C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2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894A890-ECCA-27AC-6618-8E7AD5D5FA7F}"/>
              </a:ext>
            </a:extLst>
          </p:cNvPr>
          <p:cNvSpPr/>
          <p:nvPr/>
        </p:nvSpPr>
        <p:spPr>
          <a:xfrm>
            <a:off x="8316687" y="746786"/>
            <a:ext cx="3293068" cy="868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89BD7E1-FD84-7CC0-9EBC-A31E455F7E98}"/>
              </a:ext>
            </a:extLst>
          </p:cNvPr>
          <p:cNvSpPr/>
          <p:nvPr/>
        </p:nvSpPr>
        <p:spPr>
          <a:xfrm>
            <a:off x="4691741" y="702780"/>
            <a:ext cx="2982687" cy="89123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4A5F0BA-6563-950D-B672-9FF9F97069A7}"/>
              </a:ext>
            </a:extLst>
          </p:cNvPr>
          <p:cNvSpPr/>
          <p:nvPr/>
        </p:nvSpPr>
        <p:spPr>
          <a:xfrm>
            <a:off x="1230085" y="696223"/>
            <a:ext cx="2960914" cy="89123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5864C0-F8FD-DC08-9521-B45244740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80" y="-1036511"/>
            <a:ext cx="9144000" cy="1655763"/>
          </a:xfrm>
        </p:spPr>
        <p:txBody>
          <a:bodyPr>
            <a:normAutofit/>
          </a:bodyPr>
          <a:lstStyle/>
          <a:p>
            <a:r>
              <a:rPr lang="en-US" sz="4000" b="1" dirty="0"/>
              <a:t>Apex Sales Performance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43148-DE12-8760-D93A-C0E5163B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7191" y="783934"/>
            <a:ext cx="2242457" cy="764264"/>
          </a:xfrm>
        </p:spPr>
        <p:txBody>
          <a:bodyPr>
            <a:normAutofit fontScale="55000" lnSpcReduction="20000"/>
          </a:bodyPr>
          <a:lstStyle/>
          <a:p>
            <a:r>
              <a:rPr lang="en-US" sz="3600" dirty="0"/>
              <a:t>Total Sales: </a:t>
            </a:r>
          </a:p>
          <a:p>
            <a:r>
              <a:rPr lang="en-US" sz="5100" b="1" dirty="0"/>
              <a:t>$28.6k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A6710E-691C-D63E-9FBA-F94E938D35E7}"/>
              </a:ext>
            </a:extLst>
          </p:cNvPr>
          <p:cNvSpPr txBox="1"/>
          <p:nvPr/>
        </p:nvSpPr>
        <p:spPr>
          <a:xfrm>
            <a:off x="5061855" y="710954"/>
            <a:ext cx="224245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Top Region: </a:t>
            </a:r>
            <a:r>
              <a:rPr lang="en-US" sz="2800" b="1" dirty="0"/>
              <a:t>West</a:t>
            </a:r>
            <a:endParaRPr lang="en-US" sz="25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7DC1EF-D7EA-0B6A-FA22-611875AF1A65}"/>
              </a:ext>
            </a:extLst>
          </p:cNvPr>
          <p:cNvSpPr txBox="1"/>
          <p:nvPr/>
        </p:nvSpPr>
        <p:spPr>
          <a:xfrm>
            <a:off x="8603715" y="750385"/>
            <a:ext cx="26397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Top Customer</a:t>
            </a:r>
            <a:r>
              <a:rPr lang="en-US" sz="2500" b="1" dirty="0"/>
              <a:t>: </a:t>
            </a:r>
          </a:p>
          <a:p>
            <a:r>
              <a:rPr lang="en-US" sz="2500" b="1" dirty="0" err="1"/>
              <a:t>Brosina</a:t>
            </a:r>
            <a:r>
              <a:rPr lang="en-US" sz="2500" b="1" dirty="0"/>
              <a:t> Hoffman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70401A-4598-7F20-A614-2FDEC429F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086" y="1752141"/>
            <a:ext cx="5099124" cy="3360889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269FE6-1AE8-4498-3FC6-4D3A012680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99" y="1741374"/>
            <a:ext cx="5132756" cy="3353169"/>
          </a:xfrm>
          <a:prstGeom prst="rect">
            <a:avLst/>
          </a:prstGeom>
          <a:effectLst>
            <a:outerShdw blurRad="50800" dist="50800" algn="ctr" rotWithShape="0">
              <a:srgbClr val="000000">
                <a:alpha val="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CBC2C4-A3D5-FB41-0C15-7FCBE126B9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085" y="5199815"/>
            <a:ext cx="3167458" cy="12160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D69BEEA-8A39-E367-600A-05A74DF077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57" y="5199814"/>
            <a:ext cx="2242457" cy="12160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444769B-345B-920A-5B3A-DD7170AE6F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629" y="5199815"/>
            <a:ext cx="2242456" cy="12160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EE05D40-4824-43BD-53C4-C1D9934A8E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298" y="5182899"/>
            <a:ext cx="2242457" cy="123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876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18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Apex Sales Performance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Afjal Alam</dc:creator>
  <cp:lastModifiedBy>Afjal Alam</cp:lastModifiedBy>
  <cp:revision>3</cp:revision>
  <dcterms:created xsi:type="dcterms:W3CDTF">2026-01-18T11:08:40Z</dcterms:created>
  <dcterms:modified xsi:type="dcterms:W3CDTF">2026-01-18T14:24:19Z</dcterms:modified>
</cp:coreProperties>
</file>